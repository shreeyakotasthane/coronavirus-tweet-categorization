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g4jmTeAcQd7zbsaXWyDyuuAQh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DC452311-CC15-45ED-AFC6-DE48CCE1371C}">
  <a:tblStyle styleId="{DC452311-CC15-45ED-AFC6-DE48CCE137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8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8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7" name="Google Shape;17;p9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" name="Google Shape;18;p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7" name="Google Shape;27;p11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0" y="539725"/>
            <a:ext cx="79134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Coronavirus Tweet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Categorization and Exploration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311700" y="1878550"/>
            <a:ext cx="68712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/>
              <a:t>Group 2: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Gabriel Cruz, Shreeya Kotasthane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Lisa Peterson, Md Main Uddin Rony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Research Question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“Can we predict the number of the retweet or favorite count based on the tweet text and other metadata?”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4427075" y="198050"/>
            <a:ext cx="4716900" cy="48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/>
              <a:t>Part 1 - Likes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 of all of the models for predicting the likes, the model that performed the best was the </a:t>
            </a:r>
            <a:r>
              <a:rPr lang="en" u="sng"/>
              <a:t>random forest with bagging</a:t>
            </a:r>
            <a:r>
              <a:rPr lang="en"/>
              <a:t>.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Unfortunately, </a:t>
            </a:r>
            <a:r>
              <a:rPr lang="en" u="sng"/>
              <a:t>linear regressions</a:t>
            </a:r>
            <a:r>
              <a:rPr lang="en"/>
              <a:t> demonstrated very poor performance. 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While the variables were statistically significant, there really was no clear prediction effect from the variables. Meaning, while they were statistically significant, they really did not do a good job predicting.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b="1" lang="en"/>
              <a:t>Part 2 - Retweets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Much like the tweet likes, out of all of the models for predicting the retweets, the model that performed the best was the </a:t>
            </a:r>
            <a:r>
              <a:rPr lang="en" u="sng"/>
              <a:t>random forest with bagging</a:t>
            </a:r>
            <a:r>
              <a:rPr lang="en"/>
              <a:t>.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Again, </a:t>
            </a:r>
            <a:r>
              <a:rPr lang="en" u="sng"/>
              <a:t>linear regressions demonstrated</a:t>
            </a:r>
            <a:r>
              <a:rPr lang="en"/>
              <a:t> very poor performance. 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While most of the relevant variables were statistically significant, there really was no clear prediction effect from the variables. </a:t>
            </a:r>
            <a:endParaRPr/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50" y="2041925"/>
            <a:ext cx="3541875" cy="3023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311725" y="500925"/>
            <a:ext cx="39591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Research Question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“Can we predict if the tweet is a conspiracy one using a classification method?”</a:t>
            </a:r>
            <a:endParaRPr sz="1200"/>
          </a:p>
        </p:txBody>
      </p:sp>
      <p:sp>
        <p:nvSpPr>
          <p:cNvPr id="78" name="Google Shape;78;p3"/>
          <p:cNvSpPr txBox="1"/>
          <p:nvPr>
            <p:ph idx="1" type="body"/>
          </p:nvPr>
        </p:nvSpPr>
        <p:spPr>
          <a:xfrm>
            <a:off x="4644675" y="-3247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Annotated 835 tweets (747 Non-conspiracy, 88 Conspiracy)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Over-sampling the conspiracy categories (747 Non-conspiracy, 440 Conspiracy)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TF-IDF to vectorize the tweets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2,081 features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401" y="3316445"/>
            <a:ext cx="4825600" cy="17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2000" y="1332400"/>
            <a:ext cx="4622001" cy="18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25" y="500925"/>
            <a:ext cx="39408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Research Question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“Can we predict if a tweet is fear relieving or fear to cause regarding an epidemic from the text and sentiment of the tweet?”</a:t>
            </a:r>
            <a:endParaRPr sz="1200"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376725" y="522450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500 Tweets were categorized as Fear Relieving or Fear Causing (250 Causing and 251 Relieving)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/>
              <a:t>Linear Regression was not applicable due to classification of the table.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/>
              <a:t>Bagging did well compared to Decision Tree. Logistical Regression did not perform well.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7275" y="2793775"/>
            <a:ext cx="29241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311725" y="500925"/>
            <a:ext cx="39777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Research Question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“Can we predict if a Twitter user is looking for any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information about the Coronavirus? If so, what type of information are users looking for?”</a:t>
            </a:r>
            <a:endParaRPr sz="1200"/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4977600" y="196250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Annotated  499 tweets as information seeking or not information seeking.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Performed over-sampling the information seeking categories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TF-IDF to vectorize the tweets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563 features</a:t>
            </a:r>
            <a:endParaRPr/>
          </a:p>
        </p:txBody>
      </p:sp>
      <p:graphicFrame>
        <p:nvGraphicFramePr>
          <p:cNvPr id="94" name="Google Shape;94;p5"/>
          <p:cNvGraphicFramePr/>
          <p:nvPr/>
        </p:nvGraphicFramePr>
        <p:xfrm>
          <a:off x="4486575" y="2050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{DC452311-CC15-45ED-AFC6-DE48CCE1371C}</a:tableStyleId>
              </a:tblPr>
              <a:tblGrid>
                <a:gridCol w="1130425"/>
                <a:gridCol w="1130425"/>
                <a:gridCol w="1130425"/>
                <a:gridCol w="11304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Model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Precision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Recall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Accuracy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4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Logistic Regression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0.97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0.96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9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Naive Bayes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0.96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0.98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0.98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Decision Tree 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0.48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0.49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0.59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9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Boosting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0.87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0.54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9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Bagging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0.60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0.87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Random Forest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0.60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0.81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0.85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845000" y="1410450"/>
            <a:ext cx="7136700" cy="3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RQ1 - “Can we predict the number of the retweet or favorite count based on the tweet text and other metadata?”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Bad model performance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Caveat we did not perform vectorization of the text, which could improve model performance.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RQ2 and RQ4 - “Can we predict if the tweet is a conspiracy one using a classification method?” and “Can we predict if a Twitter user is looking for any information about the Coronavirus? If so, what type of information are users looking for?”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Good model performance when using logistical regression and naive bayes.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RQ3 - “Can we predict if a tweet is fear relieving or fear to cause regarding an epidemic from the text and sentiment of the tweet?”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Good performance when using Bagging, compared to Decision Tree.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